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0" d="100"/>
          <a:sy n="50" d="100"/>
        </p:scale>
        <p:origin x="9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nu Dua" userId="d4bee0e0785e3fcf" providerId="LiveId" clId="{280151A1-8AAE-4EAB-BCCC-BB0AC28216CF}"/>
    <pc:docChg chg="custSel addSld modSld">
      <pc:chgData name="Meenu Dua" userId="d4bee0e0785e3fcf" providerId="LiveId" clId="{280151A1-8AAE-4EAB-BCCC-BB0AC28216CF}" dt="2024-11-06T05:40:00.468" v="662" actId="20577"/>
      <pc:docMkLst>
        <pc:docMk/>
      </pc:docMkLst>
      <pc:sldChg chg="modSp mod">
        <pc:chgData name="Meenu Dua" userId="d4bee0e0785e3fcf" providerId="LiveId" clId="{280151A1-8AAE-4EAB-BCCC-BB0AC28216CF}" dt="2024-11-06T05:08:06.741" v="165" actId="115"/>
        <pc:sldMkLst>
          <pc:docMk/>
          <pc:sldMk cId="2208826810" sldId="256"/>
        </pc:sldMkLst>
        <pc:spChg chg="mod">
          <ac:chgData name="Meenu Dua" userId="d4bee0e0785e3fcf" providerId="LiveId" clId="{280151A1-8AAE-4EAB-BCCC-BB0AC28216CF}" dt="2024-11-06T05:08:06.741" v="165" actId="115"/>
          <ac:spMkLst>
            <pc:docMk/>
            <pc:sldMk cId="2208826810" sldId="256"/>
            <ac:spMk id="2" creationId="{2BD4B2B0-1D0B-255A-1554-419D6A14F40F}"/>
          </ac:spMkLst>
        </pc:spChg>
      </pc:sldChg>
      <pc:sldChg chg="modSp new mod">
        <pc:chgData name="Meenu Dua" userId="d4bee0e0785e3fcf" providerId="LiveId" clId="{280151A1-8AAE-4EAB-BCCC-BB0AC28216CF}" dt="2024-11-06T04:59:25.028" v="74" actId="20577"/>
        <pc:sldMkLst>
          <pc:docMk/>
          <pc:sldMk cId="3486658477" sldId="257"/>
        </pc:sldMkLst>
        <pc:spChg chg="mod">
          <ac:chgData name="Meenu Dua" userId="d4bee0e0785e3fcf" providerId="LiveId" clId="{280151A1-8AAE-4EAB-BCCC-BB0AC28216CF}" dt="2024-11-06T04:58:28.678" v="66" actId="20577"/>
          <ac:spMkLst>
            <pc:docMk/>
            <pc:sldMk cId="3486658477" sldId="257"/>
            <ac:spMk id="2" creationId="{85F4427C-4E8D-553B-880A-2A6B9417D261}"/>
          </ac:spMkLst>
        </pc:spChg>
        <pc:spChg chg="mod">
          <ac:chgData name="Meenu Dua" userId="d4bee0e0785e3fcf" providerId="LiveId" clId="{280151A1-8AAE-4EAB-BCCC-BB0AC28216CF}" dt="2024-11-06T04:59:25.028" v="74" actId="20577"/>
          <ac:spMkLst>
            <pc:docMk/>
            <pc:sldMk cId="3486658477" sldId="257"/>
            <ac:spMk id="3" creationId="{8AF2DD47-EE52-9D55-4C27-0356B24521D4}"/>
          </ac:spMkLst>
        </pc:spChg>
      </pc:sldChg>
      <pc:sldChg chg="modSp new mod">
        <pc:chgData name="Meenu Dua" userId="d4bee0e0785e3fcf" providerId="LiveId" clId="{280151A1-8AAE-4EAB-BCCC-BB0AC28216CF}" dt="2024-11-06T05:02:17.959" v="138" actId="20577"/>
        <pc:sldMkLst>
          <pc:docMk/>
          <pc:sldMk cId="1126921892" sldId="258"/>
        </pc:sldMkLst>
        <pc:spChg chg="mod">
          <ac:chgData name="Meenu Dua" userId="d4bee0e0785e3fcf" providerId="LiveId" clId="{280151A1-8AAE-4EAB-BCCC-BB0AC28216CF}" dt="2024-11-06T05:02:17.959" v="138" actId="20577"/>
          <ac:spMkLst>
            <pc:docMk/>
            <pc:sldMk cId="1126921892" sldId="258"/>
            <ac:spMk id="2" creationId="{2EEC834C-1DDA-44BC-E530-2A9C18A9080E}"/>
          </ac:spMkLst>
        </pc:spChg>
        <pc:spChg chg="mod">
          <ac:chgData name="Meenu Dua" userId="d4bee0e0785e3fcf" providerId="LiveId" clId="{280151A1-8AAE-4EAB-BCCC-BB0AC28216CF}" dt="2024-11-06T05:01:15.214" v="130" actId="20577"/>
          <ac:spMkLst>
            <pc:docMk/>
            <pc:sldMk cId="1126921892" sldId="258"/>
            <ac:spMk id="3" creationId="{DDFFF1DB-EDE2-DB70-DE7A-E6D4D411D04A}"/>
          </ac:spMkLst>
        </pc:spChg>
      </pc:sldChg>
      <pc:sldChg chg="modSp new mod">
        <pc:chgData name="Meenu Dua" userId="d4bee0e0785e3fcf" providerId="LiveId" clId="{280151A1-8AAE-4EAB-BCCC-BB0AC28216CF}" dt="2024-11-06T05:12:00.742" v="284" actId="113"/>
        <pc:sldMkLst>
          <pc:docMk/>
          <pc:sldMk cId="3380879371" sldId="259"/>
        </pc:sldMkLst>
        <pc:spChg chg="mod">
          <ac:chgData name="Meenu Dua" userId="d4bee0e0785e3fcf" providerId="LiveId" clId="{280151A1-8AAE-4EAB-BCCC-BB0AC28216CF}" dt="2024-11-06T05:09:26.892" v="273" actId="115"/>
          <ac:spMkLst>
            <pc:docMk/>
            <pc:sldMk cId="3380879371" sldId="259"/>
            <ac:spMk id="2" creationId="{A4D717AC-5FC4-6F55-B0CA-7DFA051F800A}"/>
          </ac:spMkLst>
        </pc:spChg>
        <pc:spChg chg="mod">
          <ac:chgData name="Meenu Dua" userId="d4bee0e0785e3fcf" providerId="LiveId" clId="{280151A1-8AAE-4EAB-BCCC-BB0AC28216CF}" dt="2024-11-06T05:12:00.742" v="284" actId="113"/>
          <ac:spMkLst>
            <pc:docMk/>
            <pc:sldMk cId="3380879371" sldId="259"/>
            <ac:spMk id="3" creationId="{42294E52-358B-F818-4CFD-CCF58D3C7FA3}"/>
          </ac:spMkLst>
        </pc:spChg>
      </pc:sldChg>
      <pc:sldChg chg="modSp new mod">
        <pc:chgData name="Meenu Dua" userId="d4bee0e0785e3fcf" providerId="LiveId" clId="{280151A1-8AAE-4EAB-BCCC-BB0AC28216CF}" dt="2024-11-06T05:19:22.294" v="346" actId="27636"/>
        <pc:sldMkLst>
          <pc:docMk/>
          <pc:sldMk cId="3098142809" sldId="260"/>
        </pc:sldMkLst>
        <pc:spChg chg="mod">
          <ac:chgData name="Meenu Dua" userId="d4bee0e0785e3fcf" providerId="LiveId" clId="{280151A1-8AAE-4EAB-BCCC-BB0AC28216CF}" dt="2024-11-06T05:15:11.317" v="323" actId="115"/>
          <ac:spMkLst>
            <pc:docMk/>
            <pc:sldMk cId="3098142809" sldId="260"/>
            <ac:spMk id="2" creationId="{BFA0F507-1A58-9849-F1D3-257E8144217B}"/>
          </ac:spMkLst>
        </pc:spChg>
        <pc:spChg chg="mod">
          <ac:chgData name="Meenu Dua" userId="d4bee0e0785e3fcf" providerId="LiveId" clId="{280151A1-8AAE-4EAB-BCCC-BB0AC28216CF}" dt="2024-11-06T05:19:22.294" v="346" actId="27636"/>
          <ac:spMkLst>
            <pc:docMk/>
            <pc:sldMk cId="3098142809" sldId="260"/>
            <ac:spMk id="3" creationId="{965EE363-835B-00BC-AD49-212FF8A805F6}"/>
          </ac:spMkLst>
        </pc:spChg>
      </pc:sldChg>
      <pc:sldChg chg="modSp new mod">
        <pc:chgData name="Meenu Dua" userId="d4bee0e0785e3fcf" providerId="LiveId" clId="{280151A1-8AAE-4EAB-BCCC-BB0AC28216CF}" dt="2024-11-06T05:26:36.309" v="461" actId="27636"/>
        <pc:sldMkLst>
          <pc:docMk/>
          <pc:sldMk cId="147037055" sldId="261"/>
        </pc:sldMkLst>
        <pc:spChg chg="mod">
          <ac:chgData name="Meenu Dua" userId="d4bee0e0785e3fcf" providerId="LiveId" clId="{280151A1-8AAE-4EAB-BCCC-BB0AC28216CF}" dt="2024-11-06T05:24:30.703" v="413" actId="20577"/>
          <ac:spMkLst>
            <pc:docMk/>
            <pc:sldMk cId="147037055" sldId="261"/>
            <ac:spMk id="2" creationId="{2929B6C9-AFFC-1C5C-CFAC-DDB16D0A9C4F}"/>
          </ac:spMkLst>
        </pc:spChg>
        <pc:spChg chg="mod">
          <ac:chgData name="Meenu Dua" userId="d4bee0e0785e3fcf" providerId="LiveId" clId="{280151A1-8AAE-4EAB-BCCC-BB0AC28216CF}" dt="2024-11-06T05:26:36.309" v="461" actId="27636"/>
          <ac:spMkLst>
            <pc:docMk/>
            <pc:sldMk cId="147037055" sldId="261"/>
            <ac:spMk id="3" creationId="{242FAA28-22D0-3571-F989-9DC8E76A8E03}"/>
          </ac:spMkLst>
        </pc:spChg>
      </pc:sldChg>
      <pc:sldChg chg="modSp new mod">
        <pc:chgData name="Meenu Dua" userId="d4bee0e0785e3fcf" providerId="LiveId" clId="{280151A1-8AAE-4EAB-BCCC-BB0AC28216CF}" dt="2024-11-06T05:36:45.009" v="606" actId="20577"/>
        <pc:sldMkLst>
          <pc:docMk/>
          <pc:sldMk cId="1066178305" sldId="262"/>
        </pc:sldMkLst>
        <pc:spChg chg="mod">
          <ac:chgData name="Meenu Dua" userId="d4bee0e0785e3fcf" providerId="LiveId" clId="{280151A1-8AAE-4EAB-BCCC-BB0AC28216CF}" dt="2024-11-06T05:36:04.725" v="602" actId="20577"/>
          <ac:spMkLst>
            <pc:docMk/>
            <pc:sldMk cId="1066178305" sldId="262"/>
            <ac:spMk id="2" creationId="{6707067D-E95B-BEC3-EB3A-E706215A4256}"/>
          </ac:spMkLst>
        </pc:spChg>
        <pc:spChg chg="mod">
          <ac:chgData name="Meenu Dua" userId="d4bee0e0785e3fcf" providerId="LiveId" clId="{280151A1-8AAE-4EAB-BCCC-BB0AC28216CF}" dt="2024-11-06T05:36:45.009" v="606" actId="20577"/>
          <ac:spMkLst>
            <pc:docMk/>
            <pc:sldMk cId="1066178305" sldId="262"/>
            <ac:spMk id="3" creationId="{E1AC8F2A-4BE3-AD12-1224-DE83A5B6F56C}"/>
          </ac:spMkLst>
        </pc:spChg>
      </pc:sldChg>
      <pc:sldChg chg="modSp new mod">
        <pc:chgData name="Meenu Dua" userId="d4bee0e0785e3fcf" providerId="LiveId" clId="{280151A1-8AAE-4EAB-BCCC-BB0AC28216CF}" dt="2024-11-06T05:38:56.536" v="611" actId="27636"/>
        <pc:sldMkLst>
          <pc:docMk/>
          <pc:sldMk cId="3467476435" sldId="263"/>
        </pc:sldMkLst>
        <pc:spChg chg="mod">
          <ac:chgData name="Meenu Dua" userId="d4bee0e0785e3fcf" providerId="LiveId" clId="{280151A1-8AAE-4EAB-BCCC-BB0AC28216CF}" dt="2024-11-06T05:38:48.179" v="609" actId="14100"/>
          <ac:spMkLst>
            <pc:docMk/>
            <pc:sldMk cId="3467476435" sldId="263"/>
            <ac:spMk id="2" creationId="{75E3C8D9-6C28-214F-0FF4-C81267BB4232}"/>
          </ac:spMkLst>
        </pc:spChg>
        <pc:spChg chg="mod">
          <ac:chgData name="Meenu Dua" userId="d4bee0e0785e3fcf" providerId="LiveId" clId="{280151A1-8AAE-4EAB-BCCC-BB0AC28216CF}" dt="2024-11-06T05:38:56.536" v="611" actId="27636"/>
          <ac:spMkLst>
            <pc:docMk/>
            <pc:sldMk cId="3467476435" sldId="263"/>
            <ac:spMk id="3" creationId="{333CD6C7-9281-8D73-4596-DB9FE5405E91}"/>
          </ac:spMkLst>
        </pc:spChg>
      </pc:sldChg>
      <pc:sldChg chg="modSp new mod">
        <pc:chgData name="Meenu Dua" userId="d4bee0e0785e3fcf" providerId="LiveId" clId="{280151A1-8AAE-4EAB-BCCC-BB0AC28216CF}" dt="2024-11-06T05:34:49.881" v="580" actId="20577"/>
        <pc:sldMkLst>
          <pc:docMk/>
          <pc:sldMk cId="2574834701" sldId="264"/>
        </pc:sldMkLst>
        <pc:spChg chg="mod">
          <ac:chgData name="Meenu Dua" userId="d4bee0e0785e3fcf" providerId="LiveId" clId="{280151A1-8AAE-4EAB-BCCC-BB0AC28216CF}" dt="2024-11-06T05:34:21.522" v="572" actId="20577"/>
          <ac:spMkLst>
            <pc:docMk/>
            <pc:sldMk cId="2574834701" sldId="264"/>
            <ac:spMk id="2" creationId="{8A2E5C19-6708-AE1C-5D43-3692D9F836EB}"/>
          </ac:spMkLst>
        </pc:spChg>
        <pc:spChg chg="mod">
          <ac:chgData name="Meenu Dua" userId="d4bee0e0785e3fcf" providerId="LiveId" clId="{280151A1-8AAE-4EAB-BCCC-BB0AC28216CF}" dt="2024-11-06T05:34:49.881" v="580" actId="20577"/>
          <ac:spMkLst>
            <pc:docMk/>
            <pc:sldMk cId="2574834701" sldId="264"/>
            <ac:spMk id="3" creationId="{EFF222EA-D07A-4EEE-ED03-9AE213B53470}"/>
          </ac:spMkLst>
        </pc:spChg>
      </pc:sldChg>
      <pc:sldChg chg="modSp new mod">
        <pc:chgData name="Meenu Dua" userId="d4bee0e0785e3fcf" providerId="LiveId" clId="{280151A1-8AAE-4EAB-BCCC-BB0AC28216CF}" dt="2024-11-06T05:40:00.468" v="662" actId="20577"/>
        <pc:sldMkLst>
          <pc:docMk/>
          <pc:sldMk cId="3818941219" sldId="265"/>
        </pc:sldMkLst>
        <pc:spChg chg="mod">
          <ac:chgData name="Meenu Dua" userId="d4bee0e0785e3fcf" providerId="LiveId" clId="{280151A1-8AAE-4EAB-BCCC-BB0AC28216CF}" dt="2024-11-06T05:39:47.618" v="659" actId="255"/>
          <ac:spMkLst>
            <pc:docMk/>
            <pc:sldMk cId="3818941219" sldId="265"/>
            <ac:spMk id="2" creationId="{F4FC87DE-B977-8473-C4B3-51DD5C8929A1}"/>
          </ac:spMkLst>
        </pc:spChg>
        <pc:spChg chg="mod">
          <ac:chgData name="Meenu Dua" userId="d4bee0e0785e3fcf" providerId="LiveId" clId="{280151A1-8AAE-4EAB-BCCC-BB0AC28216CF}" dt="2024-11-06T05:40:00.468" v="662" actId="20577"/>
          <ac:spMkLst>
            <pc:docMk/>
            <pc:sldMk cId="3818941219" sldId="265"/>
            <ac:spMk id="3" creationId="{73DE29B6-71ED-C5D8-6DBF-6FE6F948A1F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4C29-26BD-0EB9-F3B2-5FF16D2927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9FE793-9E42-7AF6-0588-BCE89D2EE8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0C31EF-0F3C-2D56-EC6D-349540364DE0}"/>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3AB34D21-1D62-0896-850B-7B342C5C1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751B27-825E-93AF-1441-73118BB436A8}"/>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2160026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2F7F-531D-D40F-C7B8-09C03C11E8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3E694F-DE51-E930-CA35-3B5057E63F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836B55-4820-B9BA-58BE-8B4500BB8A8B}"/>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3C994E9D-51CC-942A-5529-A36CE2964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DEC93D-7025-46D0-C682-C00BAF823E17}"/>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3453134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0896-1F4E-656F-D334-9F9F01ECE1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400E9A-B8F7-6C25-D7EE-D70807C4B7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2BE6A8-8B42-E074-4373-C7DE1731EFFA}"/>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5B4E8A21-D3B3-3B70-A55C-E80DDF0D9A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05F45-7731-8057-8A81-6D813A3064CA}"/>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91006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7E8AC-03C2-6EA8-154F-5E066DC2C7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89A079-868E-592C-7773-89D272033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363F69-D14E-3BEE-83F5-B2565B7ED5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2582C8-A674-F73B-C8ED-B31A1758BF2D}"/>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6" name="Footer Placeholder 5">
            <a:extLst>
              <a:ext uri="{FF2B5EF4-FFF2-40B4-BE49-F238E27FC236}">
                <a16:creationId xmlns:a16="http://schemas.microsoft.com/office/drawing/2014/main" id="{DBC98726-8778-1B9F-3F2D-05E3DAC776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40BB3C-05CA-EC25-F405-DAC5F8D37759}"/>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300461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B994-C99A-DAF0-06E7-C62F1F5EBA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84EF08-9A7D-10B7-3376-6FD20F9A1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60AAF-FCCC-5546-9FD9-60A865A060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2485434-F4FA-FD6A-A73E-B13D4DF21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AAF96A-B5B3-A069-7892-A2C56ABD70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A19317-7064-716C-CD9C-27B70413B818}"/>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8" name="Footer Placeholder 7">
            <a:extLst>
              <a:ext uri="{FF2B5EF4-FFF2-40B4-BE49-F238E27FC236}">
                <a16:creationId xmlns:a16="http://schemas.microsoft.com/office/drawing/2014/main" id="{0A5F00B5-E210-CBDF-DC0F-5A3825551C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4461EA-8AAA-4331-0B70-E2CD7BD12481}"/>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41692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F61C4-FE4E-ED68-4D43-783CCB95F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28143E-36BA-50DF-42A2-B492F7D03B29}"/>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4" name="Footer Placeholder 3">
            <a:extLst>
              <a:ext uri="{FF2B5EF4-FFF2-40B4-BE49-F238E27FC236}">
                <a16:creationId xmlns:a16="http://schemas.microsoft.com/office/drawing/2014/main" id="{0ABFD71C-CA31-5429-E873-F5F6A4839F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407F5EF-19AD-90EE-E4F2-7FFFEA0CCB05}"/>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770994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8A446-E741-0352-94EE-E4E2A199B1EA}"/>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3" name="Footer Placeholder 2">
            <a:extLst>
              <a:ext uri="{FF2B5EF4-FFF2-40B4-BE49-F238E27FC236}">
                <a16:creationId xmlns:a16="http://schemas.microsoft.com/office/drawing/2014/main" id="{51D81CFF-9FF6-49EC-0955-532E390756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412DAB-EF56-46C8-4685-88D6E3EBCD09}"/>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820078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C7CA1-CA7B-2B8C-09EB-785F93685C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495426-BCF2-4998-5DB4-77354B091C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EE90467-5FAA-36DA-221B-A0B3ABD8F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F5E8F-7CD4-A8FC-272F-0B6EFCCB3B0C}"/>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6" name="Footer Placeholder 5">
            <a:extLst>
              <a:ext uri="{FF2B5EF4-FFF2-40B4-BE49-F238E27FC236}">
                <a16:creationId xmlns:a16="http://schemas.microsoft.com/office/drawing/2014/main" id="{3DBF9AE9-87AA-7BDD-6B98-A96AE40026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D8D01E-9C6D-D932-7DDD-76EC67EFB66D}"/>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276831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7768E-73FD-8379-010F-14D1827966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04243F-4990-3879-8525-49367575EF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729D47-5F94-7830-8C66-A21EF1EDA7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8A5C8D-8106-E3FC-A686-AF762AA990C1}"/>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6" name="Footer Placeholder 5">
            <a:extLst>
              <a:ext uri="{FF2B5EF4-FFF2-40B4-BE49-F238E27FC236}">
                <a16:creationId xmlns:a16="http://schemas.microsoft.com/office/drawing/2014/main" id="{C453C18F-9B53-8A3E-C4E2-D42A061C7E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44CCAD-5ACA-FEBA-9F68-158C6E5D667A}"/>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279551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28F44-4780-B202-5E43-8301F89ACB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63668F-38A2-77A7-4B83-BA0CCC2EDC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880285-5FFD-8E9F-F81C-A14DC103A7F6}"/>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228ADEE3-3A6B-A508-419E-F840FFA81F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F6BFE-7895-4323-A7A0-81401EDB29AC}"/>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496715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59B8FC-3612-0CB2-9B13-80436C4C5A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A76808-4E33-CF9E-8B8C-125DE30963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5775A-473A-6A21-000E-3DCF717D3202}"/>
              </a:ext>
            </a:extLst>
          </p:cNvPr>
          <p:cNvSpPr>
            <a:spLocks noGrp="1"/>
          </p:cNvSpPr>
          <p:nvPr>
            <p:ph type="dt" sz="half" idx="10"/>
          </p:nvPr>
        </p:nvSpPr>
        <p:spPr/>
        <p:txBody>
          <a:body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1442E131-025D-1FC8-435B-D622B376C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18E7C1-E839-5E56-3394-4F24FDE13849}"/>
              </a:ext>
            </a:extLst>
          </p:cNvPr>
          <p:cNvSpPr>
            <a:spLocks noGrp="1"/>
          </p:cNvSpPr>
          <p:nvPr>
            <p:ph type="sldNum" sz="quarter" idx="12"/>
          </p:nvPr>
        </p:nvSpPr>
        <p:spPr/>
        <p:txBody>
          <a:bodyPr/>
          <a:lstStyle/>
          <a:p>
            <a:fld id="{5AE1A87D-34BD-4EAE-BE9B-26EA5EF291B4}" type="slidenum">
              <a:rPr lang="en-IN" smtClean="0"/>
              <a:t>‹#›</a:t>
            </a:fld>
            <a:endParaRPr lang="en-IN"/>
          </a:p>
        </p:txBody>
      </p:sp>
    </p:spTree>
    <p:extLst>
      <p:ext uri="{BB962C8B-B14F-4D97-AF65-F5344CB8AC3E}">
        <p14:creationId xmlns:p14="http://schemas.microsoft.com/office/powerpoint/2010/main" val="978466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EE41CF-DCE9-8ABC-0684-D660513003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43B395-23BD-2E7D-2C3C-77A300DED4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602516-4713-7E6A-13F5-5E75B94A32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93DF60-2209-4F84-B3A4-78F63A146BDF}" type="datetimeFigureOut">
              <a:rPr lang="en-IN" smtClean="0"/>
              <a:t>06-11-2024</a:t>
            </a:fld>
            <a:endParaRPr lang="en-IN"/>
          </a:p>
        </p:txBody>
      </p:sp>
      <p:sp>
        <p:nvSpPr>
          <p:cNvPr id="5" name="Footer Placeholder 4">
            <a:extLst>
              <a:ext uri="{FF2B5EF4-FFF2-40B4-BE49-F238E27FC236}">
                <a16:creationId xmlns:a16="http://schemas.microsoft.com/office/drawing/2014/main" id="{EA78399F-3881-27CD-73FF-03E57C52A1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95CA32-287C-612A-1335-FBD8893B24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E1A87D-34BD-4EAE-BE9B-26EA5EF291B4}" type="slidenum">
              <a:rPr lang="en-IN" smtClean="0"/>
              <a:t>‹#›</a:t>
            </a:fld>
            <a:endParaRPr lang="en-IN"/>
          </a:p>
        </p:txBody>
      </p:sp>
    </p:spTree>
    <p:extLst>
      <p:ext uri="{BB962C8B-B14F-4D97-AF65-F5344CB8AC3E}">
        <p14:creationId xmlns:p14="http://schemas.microsoft.com/office/powerpoint/2010/main" val="3447573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B2B0-1D0B-255A-1554-419D6A14F40F}"/>
              </a:ext>
            </a:extLst>
          </p:cNvPr>
          <p:cNvSpPr>
            <a:spLocks noGrp="1"/>
          </p:cNvSpPr>
          <p:nvPr>
            <p:ph type="ctrTitle"/>
          </p:nvPr>
        </p:nvSpPr>
        <p:spPr/>
        <p:txBody>
          <a:bodyPr>
            <a:normAutofit/>
          </a:bodyPr>
          <a:lstStyle/>
          <a:p>
            <a:r>
              <a:rPr lang="en-US" sz="7200" b="1" u="sng" dirty="0"/>
              <a:t>Fitness Chatbot</a:t>
            </a:r>
            <a:endParaRPr lang="en-IN" sz="7200" b="1" u="sng" dirty="0"/>
          </a:p>
        </p:txBody>
      </p:sp>
      <p:sp>
        <p:nvSpPr>
          <p:cNvPr id="3" name="Subtitle 2">
            <a:extLst>
              <a:ext uri="{FF2B5EF4-FFF2-40B4-BE49-F238E27FC236}">
                <a16:creationId xmlns:a16="http://schemas.microsoft.com/office/drawing/2014/main" id="{C9CC05B2-8449-C089-3720-01A015C6812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0882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4427C-4E8D-553B-880A-2A6B9417D261}"/>
              </a:ext>
            </a:extLst>
          </p:cNvPr>
          <p:cNvSpPr>
            <a:spLocks noGrp="1"/>
          </p:cNvSpPr>
          <p:nvPr>
            <p:ph type="title"/>
          </p:nvPr>
        </p:nvSpPr>
        <p:spPr/>
        <p:txBody>
          <a:bodyPr/>
          <a:lstStyle/>
          <a:p>
            <a:r>
              <a:rPr lang="en-US" dirty="0"/>
              <a:t>                                </a:t>
            </a:r>
            <a:r>
              <a:rPr lang="en-US" sz="6000" b="1" u="sng" dirty="0"/>
              <a:t>Abstract</a:t>
            </a:r>
            <a:endParaRPr lang="en-IN" sz="6000" b="1" u="sng" dirty="0"/>
          </a:p>
        </p:txBody>
      </p:sp>
      <p:sp>
        <p:nvSpPr>
          <p:cNvPr id="3" name="Content Placeholder 2">
            <a:extLst>
              <a:ext uri="{FF2B5EF4-FFF2-40B4-BE49-F238E27FC236}">
                <a16:creationId xmlns:a16="http://schemas.microsoft.com/office/drawing/2014/main" id="{8AF2DD47-EE52-9D55-4C27-0356B24521D4}"/>
              </a:ext>
            </a:extLst>
          </p:cNvPr>
          <p:cNvSpPr>
            <a:spLocks noGrp="1"/>
          </p:cNvSpPr>
          <p:nvPr>
            <p:ph idx="1"/>
          </p:nvPr>
        </p:nvSpPr>
        <p:spPr/>
        <p:txBody>
          <a:bodyPr/>
          <a:lstStyle/>
          <a:p>
            <a:r>
              <a:rPr lang="en-US" dirty="0"/>
              <a:t>The abstract serves as a summary of the entire report, giving a concise overview of the purpose, functionality, and benefits of the fitness chatbot. In this section, Outline the problem statement: the need for digital tools to support fitness goals. Highlight the chatbot’s core functionalities, such as workout recommendations, dietary advice, and progress </a:t>
            </a:r>
            <a:r>
              <a:rPr lang="en-US" dirty="0" err="1"/>
              <a:t>tracking.Briefly</a:t>
            </a:r>
            <a:r>
              <a:rPr lang="en-US" dirty="0"/>
              <a:t> mention the technical approach, such as the use of artificial intelligence (AI) and natural language processing (NLP).Summarize the expected impact on user fitness journeys, such as providing easily accessible fitness guidance and support.</a:t>
            </a:r>
            <a:endParaRPr lang="en-IN" dirty="0"/>
          </a:p>
        </p:txBody>
      </p:sp>
    </p:spTree>
    <p:extLst>
      <p:ext uri="{BB962C8B-B14F-4D97-AF65-F5344CB8AC3E}">
        <p14:creationId xmlns:p14="http://schemas.microsoft.com/office/powerpoint/2010/main" val="3486658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C834C-1DDA-44BC-E530-2A9C18A9080E}"/>
              </a:ext>
            </a:extLst>
          </p:cNvPr>
          <p:cNvSpPr>
            <a:spLocks noGrp="1"/>
          </p:cNvSpPr>
          <p:nvPr>
            <p:ph type="title"/>
          </p:nvPr>
        </p:nvSpPr>
        <p:spPr/>
        <p:txBody>
          <a:bodyPr/>
          <a:lstStyle/>
          <a:p>
            <a:r>
              <a:rPr lang="en-US" dirty="0"/>
              <a:t>                           </a:t>
            </a:r>
            <a:r>
              <a:rPr lang="en-US" sz="6000" b="1" u="sng" dirty="0"/>
              <a:t>Introduction</a:t>
            </a:r>
            <a:endParaRPr lang="en-IN" sz="6000" b="1" u="sng" dirty="0"/>
          </a:p>
        </p:txBody>
      </p:sp>
      <p:sp>
        <p:nvSpPr>
          <p:cNvPr id="3" name="Content Placeholder 2">
            <a:extLst>
              <a:ext uri="{FF2B5EF4-FFF2-40B4-BE49-F238E27FC236}">
                <a16:creationId xmlns:a16="http://schemas.microsoft.com/office/drawing/2014/main" id="{DDFFF1DB-EDE2-DB70-DE7A-E6D4D411D04A}"/>
              </a:ext>
            </a:extLst>
          </p:cNvPr>
          <p:cNvSpPr>
            <a:spLocks noGrp="1"/>
          </p:cNvSpPr>
          <p:nvPr>
            <p:ph idx="1"/>
          </p:nvPr>
        </p:nvSpPr>
        <p:spPr/>
        <p:txBody>
          <a:bodyPr/>
          <a:lstStyle/>
          <a:p>
            <a:pPr marL="0" indent="0">
              <a:buNone/>
            </a:pPr>
            <a:r>
              <a:rPr lang="en-US" dirty="0"/>
              <a:t>The introduction introduces readers to the growing importance of fitness and the role of technology in promoting healthy lifestyles. Key points </a:t>
            </a:r>
            <a:r>
              <a:rPr lang="en-US" dirty="0" err="1"/>
              <a:t>include:Background</a:t>
            </a:r>
            <a:r>
              <a:rPr lang="en-US" dirty="0"/>
              <a:t>: Discuss the increasing popularity of fitness apps and chatbots in health and wellness. Explain how these tools help users achieve fitness goals with personalized guidance.</a:t>
            </a:r>
          </a:p>
          <a:p>
            <a:pPr marL="0" indent="0">
              <a:buNone/>
            </a:pPr>
            <a:r>
              <a:rPr lang="en-US" dirty="0"/>
              <a:t>What is a Fitness Chatbot?: Define what a fitness chatbot is and how it functions as a digital personal trainer, providing users with advice, motivation, and fitness-related </a:t>
            </a:r>
            <a:r>
              <a:rPr lang="en-US" dirty="0" err="1"/>
              <a:t>information.Scope</a:t>
            </a:r>
            <a:r>
              <a:rPr lang="en-US" dirty="0"/>
              <a:t> of the Report: Provide an outline of the report's focus, such as the chatbot’s technical design, implementation phases, and potential impact on users.</a:t>
            </a:r>
            <a:endParaRPr lang="en-IN" dirty="0"/>
          </a:p>
        </p:txBody>
      </p:sp>
    </p:spTree>
    <p:extLst>
      <p:ext uri="{BB962C8B-B14F-4D97-AF65-F5344CB8AC3E}">
        <p14:creationId xmlns:p14="http://schemas.microsoft.com/office/powerpoint/2010/main" val="112692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717AC-5FC4-6F55-B0CA-7DFA051F800A}"/>
              </a:ext>
            </a:extLst>
          </p:cNvPr>
          <p:cNvSpPr>
            <a:spLocks noGrp="1"/>
          </p:cNvSpPr>
          <p:nvPr>
            <p:ph type="title"/>
          </p:nvPr>
        </p:nvSpPr>
        <p:spPr/>
        <p:txBody>
          <a:bodyPr>
            <a:normAutofit/>
          </a:bodyPr>
          <a:lstStyle/>
          <a:p>
            <a:r>
              <a:rPr lang="en-US" sz="6000" b="1" dirty="0"/>
              <a:t>              </a:t>
            </a:r>
            <a:r>
              <a:rPr lang="en-US" sz="6000" b="1" u="sng" dirty="0"/>
              <a:t>Aim And Objectives</a:t>
            </a:r>
            <a:endParaRPr lang="en-IN" sz="6000" b="1" u="sng" dirty="0"/>
          </a:p>
        </p:txBody>
      </p:sp>
      <p:sp>
        <p:nvSpPr>
          <p:cNvPr id="3" name="Content Placeholder 2">
            <a:extLst>
              <a:ext uri="{FF2B5EF4-FFF2-40B4-BE49-F238E27FC236}">
                <a16:creationId xmlns:a16="http://schemas.microsoft.com/office/drawing/2014/main" id="{42294E52-358B-F818-4CFD-CCF58D3C7FA3}"/>
              </a:ext>
            </a:extLst>
          </p:cNvPr>
          <p:cNvSpPr>
            <a:spLocks noGrp="1"/>
          </p:cNvSpPr>
          <p:nvPr>
            <p:ph idx="1"/>
          </p:nvPr>
        </p:nvSpPr>
        <p:spPr/>
        <p:txBody>
          <a:bodyPr/>
          <a:lstStyle/>
          <a:p>
            <a:r>
              <a:rPr lang="en-US" sz="3200" b="1" dirty="0"/>
              <a:t>Aim: </a:t>
            </a:r>
            <a:r>
              <a:rPr lang="en-US" dirty="0"/>
              <a:t>To create a user-friendly fitness chatbot that helps users achieve and maintain fitness goals.</a:t>
            </a:r>
          </a:p>
          <a:p>
            <a:r>
              <a:rPr lang="en-US" sz="3200" b="1" dirty="0" err="1"/>
              <a:t>Objectives:</a:t>
            </a:r>
            <a:r>
              <a:rPr lang="en-US" dirty="0" err="1"/>
              <a:t>Deliver</a:t>
            </a:r>
            <a:r>
              <a:rPr lang="en-US" dirty="0"/>
              <a:t> personalized workout recommendations based on user preferences and fitness </a:t>
            </a:r>
            <a:r>
              <a:rPr lang="en-US" dirty="0" err="1"/>
              <a:t>levels.Offer</a:t>
            </a:r>
            <a:r>
              <a:rPr lang="en-US" dirty="0"/>
              <a:t> dietary advice and meal </a:t>
            </a:r>
            <a:r>
              <a:rPr lang="en-US" dirty="0" err="1"/>
              <a:t>suggestions.Track</a:t>
            </a:r>
            <a:r>
              <a:rPr lang="en-US" dirty="0"/>
              <a:t> user activity and provide feedback on their </a:t>
            </a:r>
            <a:r>
              <a:rPr lang="en-US" dirty="0" err="1"/>
              <a:t>progress.Answer</a:t>
            </a:r>
            <a:r>
              <a:rPr lang="en-US" dirty="0"/>
              <a:t> general fitness questions and provide motivational </a:t>
            </a:r>
            <a:r>
              <a:rPr lang="en-US" dirty="0" err="1"/>
              <a:t>support.Potentially</a:t>
            </a:r>
            <a:r>
              <a:rPr lang="en-US" dirty="0"/>
              <a:t> integrate with wearable devices or fitness trackers to enhance functionality.</a:t>
            </a:r>
            <a:endParaRPr lang="en-IN" dirty="0"/>
          </a:p>
        </p:txBody>
      </p:sp>
    </p:spTree>
    <p:extLst>
      <p:ext uri="{BB962C8B-B14F-4D97-AF65-F5344CB8AC3E}">
        <p14:creationId xmlns:p14="http://schemas.microsoft.com/office/powerpoint/2010/main" val="3380879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F507-1A58-9849-F1D3-257E8144217B}"/>
              </a:ext>
            </a:extLst>
          </p:cNvPr>
          <p:cNvSpPr>
            <a:spLocks noGrp="1"/>
          </p:cNvSpPr>
          <p:nvPr>
            <p:ph type="title"/>
          </p:nvPr>
        </p:nvSpPr>
        <p:spPr>
          <a:xfrm>
            <a:off x="731520" y="365125"/>
            <a:ext cx="10622280" cy="1325563"/>
          </a:xfrm>
        </p:spPr>
        <p:txBody>
          <a:bodyPr>
            <a:normAutofit/>
          </a:bodyPr>
          <a:lstStyle/>
          <a:p>
            <a:r>
              <a:rPr lang="en-US" sz="6000" b="1" dirty="0"/>
              <a:t>            </a:t>
            </a:r>
            <a:r>
              <a:rPr lang="en-US" sz="6000" b="1" u="sng" dirty="0"/>
              <a:t>Requirement Analysis</a:t>
            </a:r>
            <a:endParaRPr lang="en-IN" sz="6000" b="1" u="sng" dirty="0"/>
          </a:p>
        </p:txBody>
      </p:sp>
      <p:sp>
        <p:nvSpPr>
          <p:cNvPr id="3" name="Content Placeholder 2">
            <a:extLst>
              <a:ext uri="{FF2B5EF4-FFF2-40B4-BE49-F238E27FC236}">
                <a16:creationId xmlns:a16="http://schemas.microsoft.com/office/drawing/2014/main" id="{965EE363-835B-00BC-AD49-212FF8A805F6}"/>
              </a:ext>
            </a:extLst>
          </p:cNvPr>
          <p:cNvSpPr>
            <a:spLocks noGrp="1"/>
          </p:cNvSpPr>
          <p:nvPr>
            <p:ph idx="1"/>
          </p:nvPr>
        </p:nvSpPr>
        <p:spPr/>
        <p:txBody>
          <a:bodyPr>
            <a:normAutofit fontScale="62500" lnSpcReduction="20000"/>
          </a:bodyPr>
          <a:lstStyle/>
          <a:p>
            <a:r>
              <a:rPr lang="en-US" dirty="0"/>
              <a:t>Requirement analysis details the needs and specifications required for the chatbot to function effectively. This is divided into two categories:</a:t>
            </a:r>
          </a:p>
          <a:p>
            <a:r>
              <a:rPr lang="en-US" dirty="0"/>
              <a:t>Functional </a:t>
            </a:r>
            <a:r>
              <a:rPr lang="en-US" dirty="0" err="1"/>
              <a:t>Requirements:NLP</a:t>
            </a:r>
            <a:r>
              <a:rPr lang="en-US" dirty="0"/>
              <a:t> Capability: Ability to understand and respond to user queries about fitness, nutrition, workouts, </a:t>
            </a:r>
            <a:r>
              <a:rPr lang="en-US" dirty="0" err="1"/>
              <a:t>etc.Workout</a:t>
            </a:r>
            <a:r>
              <a:rPr lang="en-US" dirty="0"/>
              <a:t> &amp; Diet Recommendations: Generate personalized exercise and meal plans based on user </a:t>
            </a:r>
            <a:r>
              <a:rPr lang="en-US" dirty="0" err="1"/>
              <a:t>data.Progress</a:t>
            </a:r>
            <a:r>
              <a:rPr lang="en-US" dirty="0"/>
              <a:t> .</a:t>
            </a:r>
          </a:p>
          <a:p>
            <a:r>
              <a:rPr lang="en-US" dirty="0"/>
              <a:t>Tracking: Track user activities, workouts, and dietary </a:t>
            </a:r>
            <a:r>
              <a:rPr lang="en-US" dirty="0" err="1"/>
              <a:t>habits.Conversational</a:t>
            </a:r>
            <a:r>
              <a:rPr lang="en-US" dirty="0"/>
              <a:t> Flow: Smooth interaction flow for a seamless user experience.</a:t>
            </a:r>
          </a:p>
          <a:p>
            <a:r>
              <a:rPr lang="en-US" dirty="0"/>
              <a:t>Non-Functional Requirements:</a:t>
            </a:r>
          </a:p>
          <a:p>
            <a:r>
              <a:rPr lang="en-US" dirty="0"/>
              <a:t>Usability: A user-friendly interface for smooth interaction.</a:t>
            </a:r>
          </a:p>
          <a:p>
            <a:r>
              <a:rPr lang="en-US" dirty="0"/>
              <a:t>Performance: Quick response time and high availability.</a:t>
            </a:r>
          </a:p>
          <a:p>
            <a:r>
              <a:rPr lang="en-US" dirty="0"/>
              <a:t>Data Security: Secure storage and handling of user data, ensuring compliance with privacy </a:t>
            </a:r>
            <a:r>
              <a:rPr lang="en-US" dirty="0" err="1"/>
              <a:t>regulations.Technology</a:t>
            </a:r>
            <a:r>
              <a:rPr lang="en-US" dirty="0"/>
              <a:t> </a:t>
            </a:r>
            <a:r>
              <a:rPr lang="en-US" dirty="0" err="1"/>
              <a:t>Stack:Backend</a:t>
            </a:r>
            <a:r>
              <a:rPr lang="en-US" dirty="0"/>
              <a:t> Technologies: Python, Node.js, or similar languages for server-side logic.</a:t>
            </a:r>
          </a:p>
          <a:p>
            <a:r>
              <a:rPr lang="en-US" dirty="0"/>
              <a:t>Database: Use of MongoDB or SQL for storing user profiles and activity </a:t>
            </a:r>
            <a:r>
              <a:rPr lang="en-US" dirty="0" err="1"/>
              <a:t>data.NLP</a:t>
            </a:r>
            <a:r>
              <a:rPr lang="en-US" dirty="0"/>
              <a:t> and AI Tools: Use of NLP libraries (e.g., NLTK, </a:t>
            </a:r>
            <a:r>
              <a:rPr lang="en-US" dirty="0" err="1"/>
              <a:t>spaCy</a:t>
            </a:r>
            <a:r>
              <a:rPr lang="en-US" dirty="0"/>
              <a:t>) and machine learning frameworks (e.g., TensorFlow) to understand and process user input.</a:t>
            </a:r>
            <a:endParaRPr lang="en-IN" dirty="0"/>
          </a:p>
        </p:txBody>
      </p:sp>
    </p:spTree>
    <p:extLst>
      <p:ext uri="{BB962C8B-B14F-4D97-AF65-F5344CB8AC3E}">
        <p14:creationId xmlns:p14="http://schemas.microsoft.com/office/powerpoint/2010/main" val="309814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B6C9-AFFC-1C5C-CFAC-DDB16D0A9C4F}"/>
              </a:ext>
            </a:extLst>
          </p:cNvPr>
          <p:cNvSpPr>
            <a:spLocks noGrp="1"/>
          </p:cNvSpPr>
          <p:nvPr>
            <p:ph type="ctrTitle"/>
          </p:nvPr>
        </p:nvSpPr>
        <p:spPr>
          <a:xfrm>
            <a:off x="1524000" y="1066801"/>
            <a:ext cx="9144000" cy="1097280"/>
          </a:xfrm>
        </p:spPr>
        <p:txBody>
          <a:bodyPr>
            <a:normAutofit/>
          </a:bodyPr>
          <a:lstStyle/>
          <a:p>
            <a:r>
              <a:rPr lang="en-US" b="1" u="sng" dirty="0"/>
              <a:t>System Phases</a:t>
            </a:r>
            <a:endParaRPr lang="en-IN" b="1" u="sng" dirty="0"/>
          </a:p>
        </p:txBody>
      </p:sp>
      <p:sp>
        <p:nvSpPr>
          <p:cNvPr id="3" name="Subtitle 2">
            <a:extLst>
              <a:ext uri="{FF2B5EF4-FFF2-40B4-BE49-F238E27FC236}">
                <a16:creationId xmlns:a16="http://schemas.microsoft.com/office/drawing/2014/main" id="{242FAA28-22D0-3571-F989-9DC8E76A8E03}"/>
              </a:ext>
            </a:extLst>
          </p:cNvPr>
          <p:cNvSpPr>
            <a:spLocks noGrp="1"/>
          </p:cNvSpPr>
          <p:nvPr>
            <p:ph type="subTitle" idx="1"/>
          </p:nvPr>
        </p:nvSpPr>
        <p:spPr>
          <a:xfrm>
            <a:off x="228600" y="2362200"/>
            <a:ext cx="11597640" cy="4312920"/>
          </a:xfrm>
        </p:spPr>
        <p:txBody>
          <a:bodyPr>
            <a:normAutofit fontScale="85000" lnSpcReduction="10000"/>
          </a:bodyPr>
          <a:lstStyle/>
          <a:p>
            <a:r>
              <a:rPr lang="en-US" dirty="0"/>
              <a:t>System phases outline the development stages of the chatbot, ensuring a structured approach:</a:t>
            </a:r>
          </a:p>
          <a:p>
            <a:r>
              <a:rPr lang="en-US" dirty="0"/>
              <a:t>Requirement Gathering: Collect data on user needs, such as fitness goals, preferences, and common fitness-related questions.</a:t>
            </a:r>
          </a:p>
          <a:p>
            <a:r>
              <a:rPr lang="en-US" dirty="0"/>
              <a:t>Design: Plan the architecture and user interface. Map out conversation flows, ensuring that user inputs trigger appropriate responses.</a:t>
            </a:r>
          </a:p>
          <a:p>
            <a:r>
              <a:rPr lang="en-US" dirty="0"/>
              <a:t>Development: Build the chatbot by implementing features using AI and NLP technologies. Develop APIs for integration with databases and wearables.</a:t>
            </a:r>
          </a:p>
          <a:p>
            <a:r>
              <a:rPr lang="en-US" dirty="0"/>
              <a:t>Testing: Perform testing to ensure the chatbot functions as intended. This includes:</a:t>
            </a:r>
          </a:p>
          <a:p>
            <a:r>
              <a:rPr lang="en-US" dirty="0"/>
              <a:t>Functional Testing: Verify each feature works as </a:t>
            </a:r>
            <a:r>
              <a:rPr lang="en-US" dirty="0" err="1"/>
              <a:t>expected.Performance</a:t>
            </a:r>
            <a:r>
              <a:rPr lang="en-US" dirty="0"/>
              <a:t> Testing: Test response time and handling of concurrent users.</a:t>
            </a:r>
          </a:p>
          <a:p>
            <a:r>
              <a:rPr lang="en-US" dirty="0"/>
              <a:t>Usability Testing: Ensure user experience is intuitive.</a:t>
            </a:r>
          </a:p>
          <a:p>
            <a:r>
              <a:rPr lang="en-US" dirty="0"/>
              <a:t>Deployment: Deploy the chatbot on a messaging platform, website, or mobile app for users to access.</a:t>
            </a:r>
          </a:p>
          <a:p>
            <a:r>
              <a:rPr lang="en-US" dirty="0"/>
              <a:t>Maintenance: Regularly update the chatbot based on user feedback, technological advances, and error logs.</a:t>
            </a:r>
            <a:endParaRPr lang="en-IN" dirty="0"/>
          </a:p>
        </p:txBody>
      </p:sp>
    </p:spTree>
    <p:extLst>
      <p:ext uri="{BB962C8B-B14F-4D97-AF65-F5344CB8AC3E}">
        <p14:creationId xmlns:p14="http://schemas.microsoft.com/office/powerpoint/2010/main" val="147037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3C8D9-6C28-214F-0FF4-C81267BB4232}"/>
              </a:ext>
            </a:extLst>
          </p:cNvPr>
          <p:cNvSpPr>
            <a:spLocks noGrp="1"/>
          </p:cNvSpPr>
          <p:nvPr>
            <p:ph type="ctrTitle"/>
          </p:nvPr>
        </p:nvSpPr>
        <p:spPr>
          <a:xfrm>
            <a:off x="1524000" y="1"/>
            <a:ext cx="9144000" cy="1630679"/>
          </a:xfrm>
        </p:spPr>
        <p:txBody>
          <a:bodyPr>
            <a:noAutofit/>
          </a:bodyPr>
          <a:lstStyle/>
          <a:p>
            <a:r>
              <a:rPr lang="en-US" b="1" u="sng" dirty="0"/>
              <a:t>System Design &amp; Methodology</a:t>
            </a:r>
            <a:endParaRPr lang="en-IN" b="1" u="sng" dirty="0"/>
          </a:p>
        </p:txBody>
      </p:sp>
      <p:sp>
        <p:nvSpPr>
          <p:cNvPr id="3" name="Subtitle 2">
            <a:extLst>
              <a:ext uri="{FF2B5EF4-FFF2-40B4-BE49-F238E27FC236}">
                <a16:creationId xmlns:a16="http://schemas.microsoft.com/office/drawing/2014/main" id="{333CD6C7-9281-8D73-4596-DB9FE5405E91}"/>
              </a:ext>
            </a:extLst>
          </p:cNvPr>
          <p:cNvSpPr>
            <a:spLocks noGrp="1"/>
          </p:cNvSpPr>
          <p:nvPr>
            <p:ph type="subTitle" idx="1"/>
          </p:nvPr>
        </p:nvSpPr>
        <p:spPr>
          <a:xfrm>
            <a:off x="1524000" y="1630679"/>
            <a:ext cx="9144000" cy="5227321"/>
          </a:xfrm>
        </p:spPr>
        <p:txBody>
          <a:bodyPr>
            <a:normAutofit fontScale="92500"/>
          </a:bodyPr>
          <a:lstStyle/>
          <a:p>
            <a:r>
              <a:rPr lang="en-IN" dirty="0"/>
              <a:t>The system design details the architecture and user interaction flow:</a:t>
            </a:r>
          </a:p>
          <a:p>
            <a:r>
              <a:rPr lang="en-IN" dirty="0"/>
              <a:t>Architecture </a:t>
            </a:r>
            <a:r>
              <a:rPr lang="en-IN" dirty="0" err="1"/>
              <a:t>Overview:A</a:t>
            </a:r>
            <a:r>
              <a:rPr lang="en-IN" dirty="0"/>
              <a:t> three-tier architecture with a user interface, application server, and database server.</a:t>
            </a:r>
          </a:p>
          <a:p>
            <a:r>
              <a:rPr lang="en-IN" dirty="0"/>
              <a:t>Frontend (UI): Web or mobile interface for user interactions.</a:t>
            </a:r>
          </a:p>
          <a:p>
            <a:r>
              <a:rPr lang="en-IN" dirty="0"/>
              <a:t>Backend (API): Handles requests, processes NLP, and retrieves information from the database.</a:t>
            </a:r>
          </a:p>
          <a:p>
            <a:r>
              <a:rPr lang="en-IN" dirty="0"/>
              <a:t>Database: Stores user information, conversation history, and fitness data.</a:t>
            </a:r>
          </a:p>
          <a:p>
            <a:r>
              <a:rPr lang="en-IN" dirty="0"/>
              <a:t>Data Flow Diagram (DFD): Diagram showing how user inputs are processed, such as capturing inputs, </a:t>
            </a:r>
            <a:r>
              <a:rPr lang="en-IN" dirty="0" err="1"/>
              <a:t>analyzing</a:t>
            </a:r>
            <a:r>
              <a:rPr lang="en-IN" dirty="0"/>
              <a:t> via NLP, fetching data, and delivering responses.</a:t>
            </a:r>
          </a:p>
          <a:p>
            <a:r>
              <a:rPr lang="en-IN" dirty="0"/>
              <a:t>User Interface (UI) Design: Layout of the chatbot interface, with mock-ups showing user interaction screens. Design should be simple and engaging, guiding users through different actions like querying, receiving recommendations, and viewing progress.</a:t>
            </a:r>
          </a:p>
        </p:txBody>
      </p:sp>
    </p:spTree>
    <p:extLst>
      <p:ext uri="{BB962C8B-B14F-4D97-AF65-F5344CB8AC3E}">
        <p14:creationId xmlns:p14="http://schemas.microsoft.com/office/powerpoint/2010/main" val="3467476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E5C19-6708-AE1C-5D43-3692D9F836EB}"/>
              </a:ext>
            </a:extLst>
          </p:cNvPr>
          <p:cNvSpPr>
            <a:spLocks noGrp="1"/>
          </p:cNvSpPr>
          <p:nvPr>
            <p:ph type="title"/>
          </p:nvPr>
        </p:nvSpPr>
        <p:spPr/>
        <p:txBody>
          <a:bodyPr/>
          <a:lstStyle/>
          <a:p>
            <a:r>
              <a:rPr lang="en-US" dirty="0"/>
              <a:t>                               </a:t>
            </a:r>
            <a:r>
              <a:rPr lang="en-US" sz="6000" b="1" u="sng" dirty="0"/>
              <a:t>Snippets</a:t>
            </a:r>
            <a:endParaRPr lang="en-IN" sz="6000" b="1" u="sng" dirty="0"/>
          </a:p>
        </p:txBody>
      </p:sp>
      <p:sp>
        <p:nvSpPr>
          <p:cNvPr id="3" name="Content Placeholder 2">
            <a:extLst>
              <a:ext uri="{FF2B5EF4-FFF2-40B4-BE49-F238E27FC236}">
                <a16:creationId xmlns:a16="http://schemas.microsoft.com/office/drawing/2014/main" id="{EFF222EA-D07A-4EEE-ED03-9AE213B53470}"/>
              </a:ext>
            </a:extLst>
          </p:cNvPr>
          <p:cNvSpPr>
            <a:spLocks noGrp="1"/>
          </p:cNvSpPr>
          <p:nvPr>
            <p:ph idx="1"/>
          </p:nvPr>
        </p:nvSpPr>
        <p:spPr/>
        <p:txBody>
          <a:bodyPr>
            <a:normAutofit fontScale="92500" lnSpcReduction="20000"/>
          </a:bodyPr>
          <a:lstStyle/>
          <a:p>
            <a:r>
              <a:rPr lang="en-US" dirty="0"/>
              <a:t>This section includes code examples to demonstrate key functionalities of the chatbot:</a:t>
            </a:r>
          </a:p>
          <a:p>
            <a:r>
              <a:rPr lang="en-US" dirty="0"/>
              <a:t>NLP </a:t>
            </a:r>
            <a:r>
              <a:rPr lang="en-US" dirty="0" err="1"/>
              <a:t>Processing:Sample</a:t>
            </a:r>
            <a:r>
              <a:rPr lang="en-US" dirty="0"/>
              <a:t> code for tokenizing and analyzing user queries to understand intent (e.g., requests for workout plans or diet advice).</a:t>
            </a:r>
          </a:p>
          <a:p>
            <a:r>
              <a:rPr lang="en-US" dirty="0"/>
              <a:t>Workout Plan </a:t>
            </a:r>
            <a:r>
              <a:rPr lang="en-US" dirty="0" err="1"/>
              <a:t>Generation:Code</a:t>
            </a:r>
            <a:r>
              <a:rPr lang="en-US" dirty="0"/>
              <a:t> for generating personalized workout plans, selecting exercises based on user fitness level, goals, and available equipment.</a:t>
            </a:r>
          </a:p>
          <a:p>
            <a:r>
              <a:rPr lang="en-US" dirty="0"/>
              <a:t>Diet Recommendation </a:t>
            </a:r>
            <a:r>
              <a:rPr lang="en-US" dirty="0" err="1"/>
              <a:t>System:Code</a:t>
            </a:r>
            <a:r>
              <a:rPr lang="en-US" dirty="0"/>
              <a:t> for suggesting meal plans and tracking calorie intake.</a:t>
            </a:r>
          </a:p>
          <a:p>
            <a:r>
              <a:rPr lang="en-US" dirty="0"/>
              <a:t>Progress </a:t>
            </a:r>
            <a:r>
              <a:rPr lang="en-US" dirty="0" err="1"/>
              <a:t>Tracking:Code</a:t>
            </a:r>
            <a:r>
              <a:rPr lang="en-US" dirty="0"/>
              <a:t> for tracking and updating user progress, using a database to record activities and display </a:t>
            </a:r>
            <a:r>
              <a:rPr lang="en-US" dirty="0" err="1"/>
              <a:t>summaries.Sample</a:t>
            </a:r>
            <a:r>
              <a:rPr lang="en-US" dirty="0"/>
              <a:t> Conversation </a:t>
            </a:r>
            <a:r>
              <a:rPr lang="en-US" dirty="0" err="1"/>
              <a:t>Flow:Code</a:t>
            </a:r>
            <a:r>
              <a:rPr lang="en-US" dirty="0"/>
              <a:t> illustrating how responses are generated based on user input, demonstrating a typical user-bot interaction.</a:t>
            </a:r>
            <a:endParaRPr lang="en-IN" dirty="0"/>
          </a:p>
        </p:txBody>
      </p:sp>
    </p:spTree>
    <p:extLst>
      <p:ext uri="{BB962C8B-B14F-4D97-AF65-F5344CB8AC3E}">
        <p14:creationId xmlns:p14="http://schemas.microsoft.com/office/powerpoint/2010/main" val="2574834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067D-E95B-BEC3-EB3A-E706215A4256}"/>
              </a:ext>
            </a:extLst>
          </p:cNvPr>
          <p:cNvSpPr>
            <a:spLocks noGrp="1"/>
          </p:cNvSpPr>
          <p:nvPr>
            <p:ph type="ctrTitle"/>
          </p:nvPr>
        </p:nvSpPr>
        <p:spPr>
          <a:xfrm>
            <a:off x="1524000" y="289561"/>
            <a:ext cx="9144000" cy="1447800"/>
          </a:xfrm>
        </p:spPr>
        <p:txBody>
          <a:bodyPr/>
          <a:lstStyle/>
          <a:p>
            <a:r>
              <a:rPr lang="en-US" b="1" u="sng" dirty="0"/>
              <a:t>Results</a:t>
            </a:r>
            <a:endParaRPr lang="en-IN" b="1" u="sng" dirty="0"/>
          </a:p>
        </p:txBody>
      </p:sp>
      <p:sp>
        <p:nvSpPr>
          <p:cNvPr id="3" name="Subtitle 2">
            <a:extLst>
              <a:ext uri="{FF2B5EF4-FFF2-40B4-BE49-F238E27FC236}">
                <a16:creationId xmlns:a16="http://schemas.microsoft.com/office/drawing/2014/main" id="{E1AC8F2A-4BE3-AD12-1224-DE83A5B6F56C}"/>
              </a:ext>
            </a:extLst>
          </p:cNvPr>
          <p:cNvSpPr>
            <a:spLocks noGrp="1"/>
          </p:cNvSpPr>
          <p:nvPr>
            <p:ph type="subTitle" idx="1"/>
          </p:nvPr>
        </p:nvSpPr>
        <p:spPr>
          <a:xfrm>
            <a:off x="1600200" y="2118360"/>
            <a:ext cx="9144000" cy="3931920"/>
          </a:xfrm>
        </p:spPr>
        <p:txBody>
          <a:bodyPr/>
          <a:lstStyle/>
          <a:p>
            <a:r>
              <a:rPr lang="en-US" dirty="0"/>
              <a:t>The results section covers the testing and evaluation of the chatbot’s performance:</a:t>
            </a:r>
          </a:p>
          <a:p>
            <a:r>
              <a:rPr lang="en-US" dirty="0"/>
              <a:t>Testing </a:t>
            </a:r>
            <a:r>
              <a:rPr lang="en-US" dirty="0" err="1"/>
              <a:t>Outcomes:Report</a:t>
            </a:r>
            <a:r>
              <a:rPr lang="en-US" dirty="0"/>
              <a:t> on the outcomes of functional and usability testing, documenting how well the chatbot meets each requirement.</a:t>
            </a:r>
          </a:p>
          <a:p>
            <a:r>
              <a:rPr lang="en-US" dirty="0"/>
              <a:t>User Feedback (if available):Include feedback from users or test participants on the chatbot’s usability, response accuracy, and overall usefulness.</a:t>
            </a:r>
          </a:p>
          <a:p>
            <a:r>
              <a:rPr lang="en-US" dirty="0"/>
              <a:t>Performance </a:t>
            </a:r>
            <a:r>
              <a:rPr lang="en-US" dirty="0" err="1"/>
              <a:t>Metrics:Evaluate</a:t>
            </a:r>
            <a:r>
              <a:rPr lang="en-US" dirty="0"/>
              <a:t> key performance indicators (KPIs) such as response time, accuracy of responses, user satisfaction rate, and engagement level.</a:t>
            </a:r>
            <a:endParaRPr lang="en-IN" dirty="0"/>
          </a:p>
        </p:txBody>
      </p:sp>
    </p:spTree>
    <p:extLst>
      <p:ext uri="{BB962C8B-B14F-4D97-AF65-F5344CB8AC3E}">
        <p14:creationId xmlns:p14="http://schemas.microsoft.com/office/powerpoint/2010/main" val="1066178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C87DE-B977-8473-C4B3-51DD5C8929A1}"/>
              </a:ext>
            </a:extLst>
          </p:cNvPr>
          <p:cNvSpPr>
            <a:spLocks noGrp="1"/>
          </p:cNvSpPr>
          <p:nvPr>
            <p:ph type="title"/>
          </p:nvPr>
        </p:nvSpPr>
        <p:spPr/>
        <p:txBody>
          <a:bodyPr/>
          <a:lstStyle/>
          <a:p>
            <a:r>
              <a:rPr lang="en-US" dirty="0"/>
              <a:t>                  </a:t>
            </a:r>
            <a:r>
              <a:rPr lang="en-US" b="1" u="sng" dirty="0"/>
              <a:t>Conclusion &amp; Future Scope</a:t>
            </a:r>
            <a:endParaRPr lang="en-IN" b="1" u="sng" dirty="0"/>
          </a:p>
        </p:txBody>
      </p:sp>
      <p:sp>
        <p:nvSpPr>
          <p:cNvPr id="3" name="Content Placeholder 2">
            <a:extLst>
              <a:ext uri="{FF2B5EF4-FFF2-40B4-BE49-F238E27FC236}">
                <a16:creationId xmlns:a16="http://schemas.microsoft.com/office/drawing/2014/main" id="{73DE29B6-71ED-C5D8-6DBF-6FE6F948A1F6}"/>
              </a:ext>
            </a:extLst>
          </p:cNvPr>
          <p:cNvSpPr>
            <a:spLocks noGrp="1"/>
          </p:cNvSpPr>
          <p:nvPr>
            <p:ph idx="1"/>
          </p:nvPr>
        </p:nvSpPr>
        <p:spPr/>
        <p:txBody>
          <a:bodyPr>
            <a:normAutofit lnSpcReduction="10000"/>
          </a:bodyPr>
          <a:lstStyle/>
          <a:p>
            <a:r>
              <a:rPr lang="en-US" dirty="0" err="1"/>
              <a:t>Conclusion:Summarize</a:t>
            </a:r>
            <a:r>
              <a:rPr lang="en-US" dirty="0"/>
              <a:t> the project, its successful aspects, and how it addresses the need for a virtual fitness </a:t>
            </a:r>
            <a:r>
              <a:rPr lang="en-US" dirty="0" err="1"/>
              <a:t>assistant.Highlight</a:t>
            </a:r>
            <a:r>
              <a:rPr lang="en-US" dirty="0"/>
              <a:t> the chatbot’s impact on users, such as providing personalized guidance, motivation, and educational fitness </a:t>
            </a:r>
            <a:r>
              <a:rPr lang="en-US" err="1"/>
              <a:t>support</a:t>
            </a:r>
            <a:r>
              <a:rPr lang="en-US"/>
              <a:t>.</a:t>
            </a:r>
          </a:p>
          <a:p>
            <a:r>
              <a:rPr lang="en-US"/>
              <a:t>Future </a:t>
            </a:r>
            <a:r>
              <a:rPr lang="en-US" dirty="0" err="1"/>
              <a:t>Scope:Suggest</a:t>
            </a:r>
            <a:r>
              <a:rPr lang="en-US" dirty="0"/>
              <a:t> future improvements, such </a:t>
            </a:r>
            <a:r>
              <a:rPr lang="en-US" dirty="0" err="1"/>
              <a:t>as:Enhanced</a:t>
            </a:r>
            <a:r>
              <a:rPr lang="en-US" dirty="0"/>
              <a:t> AI Algorithms: Implement more advanced AI algorithms for improved </a:t>
            </a:r>
            <a:r>
              <a:rPr lang="en-US" dirty="0" err="1"/>
              <a:t>personalization.Wearable</a:t>
            </a:r>
            <a:r>
              <a:rPr lang="en-US" dirty="0"/>
              <a:t> Integration: Integration with fitness devices to automatically log user </a:t>
            </a:r>
            <a:r>
              <a:rPr lang="en-US" dirty="0" err="1"/>
              <a:t>activities.Expanded</a:t>
            </a:r>
            <a:r>
              <a:rPr lang="en-US" dirty="0"/>
              <a:t> Functionalities: Add mental wellness support, diet tracking, or more workout </a:t>
            </a:r>
            <a:r>
              <a:rPr lang="en-US" dirty="0" err="1"/>
              <a:t>plans.Multilingual</a:t>
            </a:r>
            <a:r>
              <a:rPr lang="en-US" dirty="0"/>
              <a:t> Support: Develop language support for a wider user </a:t>
            </a:r>
            <a:r>
              <a:rPr lang="en-US" dirty="0" err="1"/>
              <a:t>base.Advanced</a:t>
            </a:r>
            <a:r>
              <a:rPr lang="en-US" dirty="0"/>
              <a:t> Analytics: Enable users to receive insights and trends based on their long-term fitness data.</a:t>
            </a:r>
            <a:endParaRPr lang="en-IN" dirty="0"/>
          </a:p>
        </p:txBody>
      </p:sp>
    </p:spTree>
    <p:extLst>
      <p:ext uri="{BB962C8B-B14F-4D97-AF65-F5344CB8AC3E}">
        <p14:creationId xmlns:p14="http://schemas.microsoft.com/office/powerpoint/2010/main" val="3818941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1152</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Fitness Chatbot</vt:lpstr>
      <vt:lpstr>                                Abstract</vt:lpstr>
      <vt:lpstr>                           Introduction</vt:lpstr>
      <vt:lpstr>              Aim And Objectives</vt:lpstr>
      <vt:lpstr>            Requirement Analysis</vt:lpstr>
      <vt:lpstr>System Phases</vt:lpstr>
      <vt:lpstr>System Design &amp; Methodology</vt:lpstr>
      <vt:lpstr>                               Snippets</vt:lpstr>
      <vt:lpstr>Results</vt:lpstr>
      <vt:lpstr>                  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Meenu Dua</dc:creator>
  <cp:lastModifiedBy>Meenu Dua</cp:lastModifiedBy>
  <cp:revision>1</cp:revision>
  <dcterms:created xsi:type="dcterms:W3CDTF">2024-11-06T04:32:09Z</dcterms:created>
  <dcterms:modified xsi:type="dcterms:W3CDTF">2024-11-06T05:41:19Z</dcterms:modified>
</cp:coreProperties>
</file>